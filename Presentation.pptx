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8" d="100"/>
          <a:sy n="118" d="100"/>
        </p:scale>
        <p:origin x="732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9776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SecurePasswordManager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Secure password vault with military-grade encryption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Master password → 32-byte key using Argon2id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Each entry encrypted with AES-256-GCM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timeout, rate limiting, and file locking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Master Password Hashing (Argon2id)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Argon2id: Master password → 32-byte key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Parameters: 64MB memory, 3 iterations, random 32-byte salt per vault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Salt stored in vault_metadata table (unencrypted, unique per vault)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Verification hash stored; master password never persisted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Data Encryption &amp; Storage (AES-256-GCM)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AES-256-GCM: Per-field encryption (service, username, password, URL, notes, category)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Each encrypted field: nonce (12 bytes) + ciphertext + auth tag (16 bytes)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AAD (Additional Authenticated Data): category value protects against field swaps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SQLite with parameterized queries (prevent SQL injection)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Security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Password Generator: 16-char (uppercase, lowercase, digits, symbols) via CSPRNG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Timeout: Auto-locks vault after configurable inactivity (tracks elapsed time)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Rate Limiting: 5 failed attempts → 5-minute lockout per vault; prevents brute force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File Locking: OS-level lock via FileStream; prevents concurrent vault access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Architecture &amp;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Core services: VaultService (CRUD), SessionManager (timeout), AuthService (rate limit)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Search: Real-time filtering over _flatEntries (case-insensitive partial match)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Testing: 133/133 tests (crypto, session, rate limiting, DB operations)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Defense-in-depth: Master password → Argon2id → AES-256-GCM → Session → Rate Limit → Lock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257</Words>
  <Application>Microsoft Office PowerPoint</Application>
  <PresentationFormat>Näytössä katseltava diaesitys (4:3)</PresentationFormat>
  <Paragraphs>25</Paragraphs>
  <Slides>5</Slides>
  <Notes>5</Notes>
  <HiddenSlides>0</HiddenSlides>
  <MMClips>0</MMClips>
  <ScaleCrop>false</ScaleCrop>
  <HeadingPairs>
    <vt:vector size="6" baseType="variant">
      <vt:variant>
        <vt:lpstr>Käytetyt fontit</vt:lpstr>
      </vt:variant>
      <vt:variant>
        <vt:i4>2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SecurePasswordManager</vt:lpstr>
      <vt:lpstr>Master Password Hashing (Argon2id)</vt:lpstr>
      <vt:lpstr>Data Encryption &amp; Storage (AES-256-GCM)</vt:lpstr>
      <vt:lpstr>Security Features</vt:lpstr>
      <vt:lpstr>Architecture &amp; Testing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Joni Salonen</dc:creator>
  <cp:keywords/>
  <dc:description>generated using python-pptx</dc:description>
  <cp:lastModifiedBy>Joni Salonen</cp:lastModifiedBy>
  <cp:revision>2</cp:revision>
  <dcterms:created xsi:type="dcterms:W3CDTF">2013-01-27T09:14:16Z</dcterms:created>
  <dcterms:modified xsi:type="dcterms:W3CDTF">2026-05-16T11:03:07Z</dcterms:modified>
  <cp:category/>
</cp:coreProperties>
</file>